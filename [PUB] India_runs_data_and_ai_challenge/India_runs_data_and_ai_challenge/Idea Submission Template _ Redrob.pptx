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ExtraBold-bold.fntdata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Spooky AI	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</a:rPr>
              <a:t>Develop a robust, workable Proof of Concept that doesn't just filter, but intelligently ranks candidates.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:Narendra Venkatesan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is your proposed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differentiates your approach from traditional candidate matching systems?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</a:t>
            </a: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are the key requirements extracted from the JD?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Which candidate signals are most important for determining relevance? / How does your solution evaluate candidate fit beyond keyword matching?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your system retrieve, score, and rank candidates?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models, algorithms, or heuristics are used?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are multiple candidate signals combined into a final ranking?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are ranking decisions explained?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 you prevent hallucinations or unsupported justifications?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your solution handle inconsistent, low-quality, or suspicious profiles?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is the complete workflow from JD input to ranked candidate output?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results or insights demonstrate ranking quality?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your solution meet the challenge's runtime and compute constraints?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technologies, frameworks, and tools were used and why were they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selected for this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Github video etc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